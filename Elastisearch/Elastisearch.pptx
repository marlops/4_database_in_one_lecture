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93e596e2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d93e596e2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93e596e2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d93e596e2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93e596e2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93e596e2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d93e596e2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d93e596e2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93e596e2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93e596e2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elastic/elasticsearch/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Elastisearch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pouco sobre mim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782600" y="357800"/>
            <a:ext cx="4563300" cy="41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Físico Biomolecular (USP)</a:t>
            </a:r>
            <a:endParaRPr sz="19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Mestre em física aplicada</a:t>
            </a:r>
            <a:endParaRPr sz="19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Desenvolvedor de Software</a:t>
            </a:r>
            <a:endParaRPr sz="19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Engenheiro de dados</a:t>
            </a:r>
            <a:endParaRPr sz="19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Pythonista</a:t>
            </a:r>
            <a:endParaRPr sz="19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Jogador de MTG</a:t>
            </a:r>
            <a:endParaRPr sz="19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 dados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325" y="1761175"/>
            <a:ext cx="2475501" cy="247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875" y="152400"/>
            <a:ext cx="40322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. Transmitir conhecimento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Mostrar bancos diferentes do Postgres/MySQL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Incentivar a procurar soluções mais apropriadas para o problema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  Converter pessoas para a comunidade do Elastisearch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265500" y="46802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Elastisearch</a:t>
            </a:r>
            <a:endParaRPr/>
          </a:p>
        </p:txBody>
      </p:sp>
      <p:sp>
        <p:nvSpPr>
          <p:cNvPr id="91" name="Google Shape;91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0077CC"/>
                </a:solidFill>
                <a:highlight>
                  <a:schemeClr val="lt1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Elasticsearch</a:t>
            </a:r>
            <a:r>
              <a:rPr lang="pt-BR" sz="1900">
                <a:solidFill>
                  <a:srgbClr val="21252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is a distributed search and analytics engine, scalable data store, and vector database built on Apache Lucene. It’s optimized for speed and relevance on production-scale workloads. Use Elasticsearch to search, index, store, and analyze data of all shapes and sizes in near real time.</a:t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623250" y="3825750"/>
            <a:ext cx="3329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https://www.elastic.co/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525" y="2159400"/>
            <a:ext cx="386715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1062925" y="623450"/>
            <a:ext cx="1134300" cy="56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Neo4j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871675" y="3981600"/>
            <a:ext cx="1516800" cy="6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https://neo4j.com/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75" y="1680538"/>
            <a:ext cx="2808000" cy="140400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/>
        </p:nvSpPr>
        <p:spPr>
          <a:xfrm>
            <a:off x="3839925" y="1390800"/>
            <a:ext cx="4945200" cy="23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77CC"/>
                </a:solidFill>
                <a:highlight>
                  <a:schemeClr val="lt1"/>
                </a:highlight>
              </a:rPr>
              <a:t>Neo4j is a native graph database, which means that it implements a true graph model all the way down to the storage level. Instead of using a "graph abstraction" on top of another technology, the data is stored in Neo4j in the same way you may whiteboard your ideas.</a:t>
            </a:r>
            <a:endParaRPr sz="2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